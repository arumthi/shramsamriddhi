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CFAE9-35F1-489D-AC62-41223D7C8DE2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E60BC-DCA7-44E4-B231-9CBA7E2E1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62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6E6E6"/>
                </a:solidFill>
              </a:rPr>
              <a:t>Speaker note: Open with Ramesh story (32-year-old seasonal worker).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60BC-DCA7-44E4-B231-9CBA7E2E1A9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259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6E6E6"/>
                </a:solidFill>
              </a:rPr>
              <a:t>Speaker note: Empathy + scale data point.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60BC-DCA7-44E4-B231-9CBA7E2E1A9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007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6E6E6"/>
                </a:solidFill>
              </a:rPr>
              <a:t>Speaker note: Emphasize 0 friction for worker, B2B monetization.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60BC-DCA7-44E4-B231-9CBA7E2E1A9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66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6E6E6"/>
                </a:solidFill>
              </a:rPr>
              <a:t>Speaker note: Show live demo plan: create one offline transaction and sync it to show split.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60BC-DCA7-44E4-B231-9CBA7E2E1A9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9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6E6E6"/>
                </a:solidFill>
              </a:rPr>
              <a:t>Speaker note: Point to [TechArchPrep.md](TechArchPrep.md) for dev checklist.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60BC-DCA7-44E4-B231-9CBA7E2E1A9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972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6E6E6"/>
                </a:solidFill>
              </a:rPr>
              <a:t>Speaker note: Walk judges through the cryptographic signature + idempotency guard.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60BC-DCA7-44E4-B231-9CBA7E2E1A9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031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6E6E6"/>
                </a:solidFill>
              </a:rPr>
              <a:t>Speaker note: Keep KPI examples short (adoption, retention, avg contribution).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60BC-DCA7-44E4-B231-9CBA7E2E1A9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997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Concept-to-Prototype Execution Plan — Hackathon Pitch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Project name ShramSamriddhi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Tagline: "</a:t>
            </a:r>
            <a:r>
              <a:rPr lang="en-US" sz="1800" dirty="0">
                <a:solidFill>
                  <a:srgbClr val="E6E6E6"/>
                </a:solidFill>
              </a:rPr>
              <a:t>Empowering Everyone with Pension, Credit, and Care</a:t>
            </a:r>
            <a:r>
              <a:rPr sz="1800" dirty="0">
                <a:solidFill>
                  <a:srgbClr val="E6E6E6"/>
                </a:solidFill>
              </a:rPr>
              <a:t>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Slide 2 — One-line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400M+ unorganized workers, volatile income, no portable social security.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Judges trigger: show contrast (corporate EPF vs daily cash).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Slide 3 — Proposed Solution (Short)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Hyper-local gig aggregator + Invisible Micro-EPF + AI Welfare Radar.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Worker-facing voice-first &amp; offline-first app; Contractor enterprise portal.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Core outcome: daily earnings → automatic retirement contributions + scheme auto-enroll.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Slide 4 — Hackathon MVP (What we build)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1) Worker app: onboarding (e-KYC mock), dashboard (wallet split), offline signed payout flow.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2) Contractor portal: post gig, escrow, co-contribution UI.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3) Backend: idempotent batch API, ledger, micro-savings routing (sandbox UPI/</a:t>
            </a:r>
            <a:r>
              <a:rPr sz="1800" dirty="0" err="1">
                <a:solidFill>
                  <a:srgbClr val="E6E6E6"/>
                </a:solidFill>
              </a:rPr>
              <a:t>AePS</a:t>
            </a:r>
            <a:r>
              <a:rPr sz="1800" dirty="0">
                <a:solidFill>
                  <a:srgbClr val="E6E6E6"/>
                </a:solidFill>
              </a:rPr>
              <a:t> simulation).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4) Demo: Offline-to-sync transaction + AI welfare match (mock rules engine).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Slide 5 — Tech Architecture (Concise)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Mobile: Flutter (offline SQLite/Hive, </a:t>
            </a:r>
            <a:r>
              <a:rPr sz="1800" dirty="0" err="1">
                <a:solidFill>
                  <a:srgbClr val="E6E6E6"/>
                </a:solidFill>
              </a:rPr>
              <a:t>WorkManager</a:t>
            </a:r>
            <a:r>
              <a:rPr sz="1800" dirty="0">
                <a:solidFill>
                  <a:srgbClr val="E6E6E6"/>
                </a:solidFill>
              </a:rPr>
              <a:t>, TTS)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Backend: </a:t>
            </a:r>
            <a:r>
              <a:rPr sz="1800" dirty="0" err="1">
                <a:solidFill>
                  <a:srgbClr val="E6E6E6"/>
                </a:solidFill>
              </a:rPr>
              <a:t>FastAPI</a:t>
            </a:r>
            <a:r>
              <a:rPr sz="1800" dirty="0">
                <a:solidFill>
                  <a:srgbClr val="E6E6E6"/>
                </a:solidFill>
              </a:rPr>
              <a:t> / Node.js (Postgres ledger, Redis idempotency)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Integrations: India Stack sandboxes (Aadhaar e-KYC mock, </a:t>
            </a:r>
            <a:r>
              <a:rPr sz="1800" dirty="0" err="1">
                <a:solidFill>
                  <a:srgbClr val="E6E6E6"/>
                </a:solidFill>
              </a:rPr>
              <a:t>DigiLocker</a:t>
            </a:r>
            <a:r>
              <a:rPr sz="1800" dirty="0">
                <a:solidFill>
                  <a:srgbClr val="E6E6E6"/>
                </a:solidFill>
              </a:rPr>
              <a:t>, UPI/Setu wrapper)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Slide 6 — Offline Transaction Flow (Demo highlight)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7-step flow: Local signing → PENDING_SYNC → </a:t>
            </a:r>
            <a:r>
              <a:rPr sz="1800" dirty="0" err="1">
                <a:solidFill>
                  <a:srgbClr val="E6E6E6"/>
                </a:solidFill>
              </a:rPr>
              <a:t>WorkManager</a:t>
            </a:r>
            <a:r>
              <a:rPr sz="1800" dirty="0">
                <a:solidFill>
                  <a:srgbClr val="E6E6E6"/>
                </a:solidFill>
              </a:rPr>
              <a:t> push → Idempotency check → Split payouts → Confirmation.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Visual: small sequence diagram (show worker phone → backend → bank/pension API).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Slide 7 — 8-Week Execution Plan (Concept → 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Week 0: Finalize name &amp; split responsibilities (frontend / backend / demo lead).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Week 1–2: Basic mobile UI + contractor portal scaffolding, backend skeleton.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Week 3–4: Implement offline signed payload storage + </a:t>
            </a:r>
            <a:r>
              <a:rPr sz="1800" dirty="0" err="1">
                <a:solidFill>
                  <a:srgbClr val="E6E6E6"/>
                </a:solidFill>
              </a:rPr>
              <a:t>WorkManager</a:t>
            </a:r>
            <a:r>
              <a:rPr sz="1800" dirty="0">
                <a:solidFill>
                  <a:srgbClr val="E6E6E6"/>
                </a:solidFill>
              </a:rPr>
              <a:t> sync logic.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Week 5: Ledger logic + idempotency + batch settlement mock.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Week 6: Integrate sandbox e-KYC and UPI mock flows; demo scripts.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Week 7: Polish UI, voice prompts, wireframes; rehearse pitch &amp; QA prep.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Week 8: Buffer, integration testing, export demo build &amp; slide polish.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Deliverables: clickable demo, one offline sync recorded video, 3-min pitch script, submission doc.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Slide 8 — MVP Scope &amp; Success Criteria (For Judging)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Functional: offline transaction processed end-to-end; worker dashboard shows split; contractor escrow demo.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UX: voice prompts in 1 regional language; simple onboarding flow.</a:t>
            </a:r>
          </a:p>
          <a:p>
            <a:pPr>
              <a:defRPr sz="1800"/>
            </a:pPr>
            <a:r>
              <a:rPr sz="1800" dirty="0">
                <a:solidFill>
                  <a:srgbClr val="E6E6E6"/>
                </a:solidFill>
              </a:rPr>
              <a:t>Impact metrics (demo): successful </a:t>
            </a:r>
            <a:r>
              <a:rPr sz="1800" dirty="0" err="1">
                <a:solidFill>
                  <a:srgbClr val="E6E6E6"/>
                </a:solidFill>
              </a:rPr>
              <a:t>micropension</a:t>
            </a:r>
            <a:r>
              <a:rPr sz="1800" dirty="0">
                <a:solidFill>
                  <a:srgbClr val="E6E6E6"/>
                </a:solidFill>
              </a:rPr>
              <a:t> split, auto-enroll mock, 1 sample credit score created.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Slide 9 — Risk Summary &amp; Mitigation (Appendix pointer)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Top risks (privacy, regulatory, fees, connectivity).</a:t>
            </a:r>
          </a:p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High-level mitigations: tokenized VIDs, pipeline-only routing, batch-settlement, idempotent offline-first.</a:t>
            </a:r>
          </a:p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Link appendix: [RiskMitigationMatrix.md](RiskMitigationMatrix.md).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Slide 10 — Team, Ask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Who: roles (Demo lead, Frontend, Backend, DevOps, Presenter).</a:t>
            </a:r>
          </a:p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Ask: judges — pilot access to 1 NGO/FPO, cloud credits, mentorship on NPS/EPFO compliance.</a:t>
            </a:r>
          </a:p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Timeline visual: 8-week roadmap condensed into a 3-month scaling note.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Slide 11 — Submission Checklist (Hackathon)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Include: Application form / PPT or document, prototype link/video, one-page impact summary, team bios.</a:t>
            </a:r>
          </a:p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Reference: [SubmissionPrep.md](SubmissionPrep.md)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Appendix — Quick Speaker Notes &amp; Q&amp;A Prep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Three toughest judge questions and 1-line answers:</a:t>
            </a:r>
          </a:p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1) "Are you managing funds?" → No. We route and batch-settle into regulated accounts; platform handles pipeline and escrow only.</a:t>
            </a:r>
          </a:p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2) "How do you prevent double-deductions?" → Idempotency keys + Redis cache and device-signed payloads.</a:t>
            </a:r>
          </a:p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3) "Can workers opt out?" → Yes — flexible contribution % and explicit biometric confirmation before deposit.</a:t>
            </a:r>
          </a:p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Demo sequence checklist (stage): 1) Show dashboard, 2) Accept gig offline, 3) Restore connectivity, 4) Show synced ledger + pension split.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solidFill>
                  <a:srgbClr val="FFFFFF"/>
                </a:solidFill>
              </a:rPr>
              <a:t>Files created from workspace used to prepare this deck: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solidFill>
                  <a:srgbClr val="E6E6E6"/>
                </a:solidFill>
              </a:rPr>
              <a:t>Idea.md, PitchingPresentation.md, TechArchPrep.md, UserFlow.md, WireFrame.md, RiskMitigationMatrix.md, SummarySlide.md, SubmissionPrep.md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868</Words>
  <Application>Microsoft Office PowerPoint</Application>
  <PresentationFormat>On-screen Show (4:3)</PresentationFormat>
  <Paragraphs>68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Concept-to-Prototype Execution Plan — Hackathon Pitch Deck</vt:lpstr>
      <vt:lpstr>Slide 2 — One-line Problem Statement</vt:lpstr>
      <vt:lpstr>Slide 3 — Proposed Solution (Short)</vt:lpstr>
      <vt:lpstr>Slide 4 — Hackathon MVP (What we build)</vt:lpstr>
      <vt:lpstr>Slide 5 — Tech Architecture (Concise)</vt:lpstr>
      <vt:lpstr>Slide 6 — Offline Transaction Flow (Demo highlight)</vt:lpstr>
      <vt:lpstr>Slide 7 — 8-Week Execution Plan (Concept → Prototype)</vt:lpstr>
      <vt:lpstr>Slide 8 — MVP Scope &amp; Success Criteria (For Judging)</vt:lpstr>
      <vt:lpstr>Slide 9 — Risk Summary &amp; Mitigation (Appendix pointer)</vt:lpstr>
      <vt:lpstr>Slide 10 — Team, Ask &amp; Timeline</vt:lpstr>
      <vt:lpstr>Slide 11 — Submission Checklist (Hackathon)</vt:lpstr>
      <vt:lpstr>Appendix — Quick Speaker Notes &amp; Q&amp;A Prep</vt:lpstr>
      <vt:lpstr>Files created from workspace used to prepare this deck: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Thirupathi Arumugam</cp:lastModifiedBy>
  <cp:revision>7</cp:revision>
  <dcterms:created xsi:type="dcterms:W3CDTF">2013-01-27T09:14:16Z</dcterms:created>
  <dcterms:modified xsi:type="dcterms:W3CDTF">2026-08-19T16:18:35Z</dcterms:modified>
  <cp:category/>
</cp:coreProperties>
</file>