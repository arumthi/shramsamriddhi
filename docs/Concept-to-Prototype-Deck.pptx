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Concept-to-Prototype Execution Plan — Hackathon Pitch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=========================================================</a:t>
            </a:r>
          </a:p>
          <a:p>
            <a:pPr>
              <a:defRPr sz="1800"/>
            </a:pPr>
            <a:r>
              <a:rPr dirty="0"/>
              <a:t>Slide 1 — Title &amp; Name</a:t>
            </a:r>
          </a:p>
          <a:p>
            <a:pPr>
              <a:defRPr sz="1800"/>
            </a:pPr>
            <a:r>
              <a:rPr dirty="0"/>
              <a:t>Project name ShramSamriddhi</a:t>
            </a:r>
          </a:p>
          <a:p>
            <a:pPr>
              <a:defRPr sz="1800"/>
            </a:pPr>
            <a:r>
              <a:rPr dirty="0"/>
              <a:t>Tagline: "</a:t>
            </a:r>
            <a:r>
              <a:rPr lang="en-US" sz="1800" dirty="0"/>
              <a:t>Empowering Everyone with Pension, Credit, and Care</a:t>
            </a:r>
            <a:r>
              <a:rPr dirty="0"/>
              <a:t>"</a:t>
            </a:r>
          </a:p>
          <a:p>
            <a:pPr>
              <a:defRPr sz="1800"/>
            </a:pPr>
            <a:r>
              <a:rPr dirty="0"/>
              <a:t>Speaker note: Open with Ramesh story (32-year-old seasonal worker).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2 — One-line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400M+ unorganized workers, volatile income, no portable social security.</a:t>
            </a:r>
          </a:p>
          <a:p>
            <a:pPr>
              <a:defRPr sz="1800"/>
            </a:pPr>
            <a:r>
              <a:t>Judges trigger: show contrast (corporate EPF vs daily cash).</a:t>
            </a:r>
          </a:p>
          <a:p>
            <a:pPr>
              <a:defRPr sz="1800"/>
            </a:pPr>
            <a:r>
              <a:t>Speaker note: Empathy + scale data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3 — Proposed Solution (Short)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Hyper-local gig aggregator + Invisible Micro-EPF + AI Welfare Radar.</a:t>
            </a:r>
          </a:p>
          <a:p>
            <a:pPr>
              <a:defRPr sz="1800"/>
            </a:pPr>
            <a:r>
              <a:t>Worker-facing voice-first &amp; offline-first app; Contractor enterprise portal.</a:t>
            </a:r>
          </a:p>
          <a:p>
            <a:pPr>
              <a:defRPr sz="1800"/>
            </a:pPr>
            <a:r>
              <a:t>Core outcome: daily earnings → automatic retirement contributions + scheme auto-enroll.</a:t>
            </a:r>
          </a:p>
          <a:p>
            <a:pPr>
              <a:defRPr sz="1800"/>
            </a:pPr>
            <a:r>
              <a:t>Speaker note: Emphasize 0 friction for worker, B2B monetization.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4 — Hackathon MVP (What we build)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1) Worker app: onboarding (e-KYC mock), dashboard (wallet split), offline signed payout flow.</a:t>
            </a:r>
          </a:p>
          <a:p>
            <a:pPr>
              <a:defRPr sz="1800"/>
            </a:pPr>
            <a:r>
              <a:t>2) Contractor portal: post gig, escrow, co-contribution UI.</a:t>
            </a:r>
          </a:p>
          <a:p>
            <a:pPr>
              <a:defRPr sz="1800"/>
            </a:pPr>
            <a:r>
              <a:t>3) Backend: idempotent batch API, ledger, micro-savings routing (sandbox UPI/AePS simulation).</a:t>
            </a:r>
          </a:p>
          <a:p>
            <a:pPr>
              <a:defRPr sz="1800"/>
            </a:pPr>
            <a:r>
              <a:t>4) Demo: Offline-to-sync transaction + AI welfare match (mock rules engine).</a:t>
            </a:r>
          </a:p>
          <a:p>
            <a:pPr>
              <a:defRPr sz="1800"/>
            </a:pPr>
            <a:r>
              <a:t>Speaker note: Show live demo plan: create one offline transaction and sync it to show split.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5 — Tech Architecture (Concise)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Mobile: Flutter (offline SQLite/Hive, WorkManager, TTS)</a:t>
            </a:r>
          </a:p>
          <a:p>
            <a:pPr>
              <a:defRPr sz="1800"/>
            </a:pPr>
            <a:r>
              <a:t>Backend: FastAPI / Node.js (Postgres ledger, Redis idempotency)</a:t>
            </a:r>
          </a:p>
          <a:p>
            <a:pPr>
              <a:defRPr sz="1800"/>
            </a:pPr>
            <a:r>
              <a:t>Integrations: India Stack sandboxes (Aadhaar e-KYC mock, DigiLocker, UPI/Setu wrapper)</a:t>
            </a:r>
          </a:p>
          <a:p>
            <a:pPr>
              <a:defRPr sz="1800"/>
            </a:pPr>
            <a:r>
              <a:t>Speaker note: Point to [TechArchPrep.md](TechArchPrep.md) for dev checklist.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6 — Offline Transaction Flow (Demo highlight)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7-step flow: Local signing → PENDING_SYNC → WorkManager push → Idempotency check → Split payouts → Confirmation.</a:t>
            </a:r>
          </a:p>
          <a:p>
            <a:pPr>
              <a:defRPr sz="1800"/>
            </a:pPr>
            <a:r>
              <a:t>Visual: small sequence diagram (show worker phone → backend → bank/pension API).</a:t>
            </a:r>
          </a:p>
          <a:p>
            <a:pPr>
              <a:defRPr sz="1800"/>
            </a:pPr>
            <a:r>
              <a:t>Speaker note: Walk judges through the cryptographic signature + idempotency guard.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7 — 8-Week Execution Plan (Concept → Prototype)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Week 0: Finalize name &amp; split responsibilities (frontend / backend / demo lead).</a:t>
            </a:r>
          </a:p>
          <a:p>
            <a:pPr>
              <a:defRPr sz="1800"/>
            </a:pPr>
            <a:r>
              <a:t>Week 1–2: Basic mobile UI + contractor portal scaffolding, backend skeleton.</a:t>
            </a:r>
          </a:p>
          <a:p>
            <a:pPr>
              <a:defRPr sz="1800"/>
            </a:pPr>
            <a:r>
              <a:t>Week 3–4: Implement offline signed payload storage + WorkManager sync logic.</a:t>
            </a:r>
          </a:p>
          <a:p>
            <a:pPr>
              <a:defRPr sz="1800"/>
            </a:pPr>
            <a:r>
              <a:t>Week 5: Ledger logic + idempotency + batch settlement mock.</a:t>
            </a:r>
          </a:p>
          <a:p>
            <a:pPr>
              <a:defRPr sz="1800"/>
            </a:pPr>
            <a:r>
              <a:t>Week 6: Integrate sandbox e-KYC and UPI mock flows; demo scripts.</a:t>
            </a:r>
          </a:p>
          <a:p>
            <a:pPr>
              <a:defRPr sz="1800"/>
            </a:pPr>
            <a:r>
              <a:t>Week 7: Polish UI, voice prompts, wireframes; rehearse pitch &amp; QA prep.</a:t>
            </a:r>
          </a:p>
          <a:p>
            <a:pPr>
              <a:defRPr sz="1800"/>
            </a:pPr>
            <a:r>
              <a:t>Week 8: Buffer, integration testing, export demo build &amp; slide polish.</a:t>
            </a:r>
          </a:p>
          <a:p>
            <a:pPr>
              <a:defRPr sz="1800"/>
            </a:pPr>
            <a:r>
              <a:t>Deliverables: clickable demo, one offline sync recorded video, 3-min pitch script, submission doc.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8 — MVP Scope &amp; Success Criteria (For Judging)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Functional: offline transaction processed end-to-end; worker dashboard shows split; contractor escrow demo.</a:t>
            </a:r>
          </a:p>
          <a:p>
            <a:pPr>
              <a:defRPr sz="1800"/>
            </a:pPr>
            <a:r>
              <a:t>UX: voice prompts in 1 regional language; simple onboarding flow.</a:t>
            </a:r>
          </a:p>
          <a:p>
            <a:pPr>
              <a:defRPr sz="1800"/>
            </a:pPr>
            <a:r>
              <a:t>Impact metrics (demo): successful micropension split, auto-enroll mock, 1 sample credit score created.</a:t>
            </a:r>
          </a:p>
          <a:p>
            <a:pPr>
              <a:defRPr sz="1800"/>
            </a:pPr>
            <a:r>
              <a:t>Speaker note: Keep KPI examples short (adoption, retention, avg contribution).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9 — Risk Summary &amp; Mitigation (Appendix pointer)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Top risks (privacy, regulatory, fees, connectivity).</a:t>
            </a:r>
          </a:p>
          <a:p>
            <a:pPr>
              <a:defRPr sz="1800"/>
            </a:pPr>
            <a:r>
              <a:t>High-level mitigations: tokenized VIDs, pipeline-only routing, batch-settlement, idempotent offline-first.</a:t>
            </a:r>
          </a:p>
          <a:p>
            <a:pPr>
              <a:defRPr sz="1800"/>
            </a:pPr>
            <a:r>
              <a:t>Link appendix: [RiskMitigationMatrix.md](RiskMitigationMatrix.md).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— Team, Ask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Who: roles (Demo lead, Frontend, Backend, DevOps, Presenter).</a:t>
            </a:r>
          </a:p>
          <a:p>
            <a:pPr>
              <a:defRPr sz="1800"/>
            </a:pPr>
            <a:r>
              <a:t>Ask: judges — pilot access to 1 NGO/FPO, cloud credits, mentorship on NPS/EPFO compliance.</a:t>
            </a:r>
          </a:p>
          <a:p>
            <a:pPr>
              <a:defRPr sz="1800"/>
            </a:pPr>
            <a:r>
              <a:t>Timeline visual: 8-week roadmap condensed into a 3-month scaling note.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Slide 11 — Submission Checklist (Hackathon)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Include: Application form / PPT or document, prototype link/video, one-page impact summary, team bios.</a:t>
            </a:r>
          </a:p>
          <a:p>
            <a:pPr>
              <a:defRPr sz="1800"/>
            </a:pPr>
            <a:r>
              <a:t>Reference: [SubmissionPrep.md](SubmissionPrep.md)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Appendix — Quick Speaker Notes &amp; Q&amp;A Prep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Three toughest judge questions and 1-line answers:</a:t>
            </a:r>
          </a:p>
          <a:p>
            <a:pPr>
              <a:defRPr sz="1800"/>
            </a:pPr>
            <a:r>
              <a:t>1) "Are you managing funds?" → No. We route and batch-settle into regulated accounts; platform handles pipeline and escrow only.</a:t>
            </a:r>
          </a:p>
          <a:p>
            <a:pPr>
              <a:defRPr sz="1800"/>
            </a:pPr>
            <a:r>
              <a:t>2) "How do you prevent double-deductions?" → Idempotency keys + Redis cache and device-signed payloads.</a:t>
            </a:r>
          </a:p>
          <a:p>
            <a:pPr>
              <a:defRPr sz="1800"/>
            </a:pPr>
            <a:r>
              <a:t>3) "Can workers opt out?" → Yes — flexible contribution % and explicit biometric confirmation before deposit.</a:t>
            </a:r>
          </a:p>
          <a:p>
            <a:pPr>
              <a:defRPr sz="1800"/>
            </a:pPr>
            <a:r>
              <a:t>Demo sequence checklist (stage): 1) Show dashboard, 2) Accept gig offline, 3) Restore connectivity, 4) Show synced ledger + pension split.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Files created from workspace used to prepare this deck: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Idea.md, PitchingPresentation.md, TechArchPrep.md, UserFlow.md, WireFrame.md, RiskMitigationMatrix.md, SummarySlide.md, SubmissionPrep.md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868</Words>
  <Application>Microsoft Office PowerPoint</Application>
  <PresentationFormat>On-screen Show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Concept-to-Prototype Execution Plan — Hackathon Pitch Deck</vt:lpstr>
      <vt:lpstr>Slide 2 — One-line Problem Statement</vt:lpstr>
      <vt:lpstr>Slide 3 — Proposed Solution (Short)</vt:lpstr>
      <vt:lpstr>Slide 4 — Hackathon MVP (What we build)</vt:lpstr>
      <vt:lpstr>Slide 5 — Tech Architecture (Concise)</vt:lpstr>
      <vt:lpstr>Slide 6 — Offline Transaction Flow (Demo highlight)</vt:lpstr>
      <vt:lpstr>Slide 7 — 8-Week Execution Plan (Concept → Prototype)</vt:lpstr>
      <vt:lpstr>Slide 8 — MVP Scope &amp; Success Criteria (For Judging)</vt:lpstr>
      <vt:lpstr>Slide 9 — Risk Summary &amp; Mitigation (Appendix pointer)</vt:lpstr>
      <vt:lpstr>Slide 10 — Team, Ask &amp; Timeline</vt:lpstr>
      <vt:lpstr>Slide 11 — Submission Checklist (Hackathon)</vt:lpstr>
      <vt:lpstr>Appendix — Quick Speaker Notes &amp; Q&amp;A Prep</vt:lpstr>
      <vt:lpstr>Files created from workspace used to prepare this deck: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Thirupathi Arumugam</cp:lastModifiedBy>
  <cp:revision>2</cp:revision>
  <dcterms:created xsi:type="dcterms:W3CDTF">2013-01-27T09:14:16Z</dcterms:created>
  <dcterms:modified xsi:type="dcterms:W3CDTF">2026-08-19T15:36:05Z</dcterms:modified>
  <cp:category/>
</cp:coreProperties>
</file>